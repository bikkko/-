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06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778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62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67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6209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31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889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353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84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27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484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850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2954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473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907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661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CDB0D-622E-47D4-B90A-D77ADF09508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E291923-AFB8-4F8B-88B2-E103278519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87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3600" dirty="0"/>
              <a:t>О</a:t>
            </a:r>
            <a:r>
              <a:rPr lang="ru-RU" sz="3600" dirty="0" smtClean="0"/>
              <a:t>собенности </a:t>
            </a:r>
            <a:r>
              <a:rPr lang="ru-RU" sz="3600" dirty="0"/>
              <a:t>векторной </a:t>
            </a:r>
            <a:r>
              <a:rPr lang="ru-RU" sz="3600" dirty="0" smtClean="0"/>
              <a:t>графики. </a:t>
            </a:r>
            <a:r>
              <a:rPr lang="ru-RU" sz="3600" dirty="0"/>
              <a:t>Р</a:t>
            </a:r>
            <a:r>
              <a:rPr lang="ru-RU" sz="3600" dirty="0" smtClean="0"/>
              <a:t>едактор </a:t>
            </a:r>
            <a:r>
              <a:rPr lang="ru-RU" sz="3600" dirty="0"/>
              <a:t>векторной </a:t>
            </a:r>
            <a:r>
              <a:rPr lang="ru-RU" sz="3600" dirty="0" smtClean="0"/>
              <a:t>графики. </a:t>
            </a:r>
            <a:r>
              <a:rPr lang="ru-RU" sz="3600" dirty="0"/>
              <a:t>Р</a:t>
            </a:r>
            <a:r>
              <a:rPr lang="ru-RU" sz="3600" dirty="0" smtClean="0"/>
              <a:t>едактор </a:t>
            </a:r>
            <a:r>
              <a:rPr lang="ru-RU" sz="3600" dirty="0"/>
              <a:t>разработки мультимедийного </a:t>
            </a:r>
            <a:r>
              <a:rPr lang="ru-RU" sz="3600" dirty="0" smtClean="0"/>
              <a:t>контента. Освоение </a:t>
            </a:r>
            <a:r>
              <a:rPr lang="ru-RU" sz="3600" dirty="0"/>
              <a:t>интерфейса векторного редактора </a:t>
            </a:r>
            <a:r>
              <a:rPr lang="ru-RU" sz="3600" dirty="0" smtClean="0"/>
              <a:t>презентация.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813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Что такое векторная графика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Векторная графика</a:t>
            </a:r>
            <a:r>
              <a:rPr lang="ru-RU" dirty="0"/>
              <a:t> — это тип компьютерной графики, который строится не из пикселей, а с помощью математических формул. Изображение формируется из геометрических объектов: точек, линий, кривых, окружностей, прямоугольников и других примитивов, описанных математическими уравнениями.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2216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Особенности векторной графики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smtClean="0"/>
              <a:t>Преимущества:</a:t>
            </a:r>
          </a:p>
          <a:p>
            <a:r>
              <a:rPr lang="ru-RU" dirty="0"/>
              <a:t>Бесконечная </a:t>
            </a:r>
            <a:r>
              <a:rPr lang="ru-RU" dirty="0" smtClean="0"/>
              <a:t>масштабируемость</a:t>
            </a:r>
          </a:p>
          <a:p>
            <a:r>
              <a:rPr lang="ru-RU" dirty="0"/>
              <a:t>Точность до </a:t>
            </a:r>
            <a:r>
              <a:rPr lang="ru-RU" dirty="0" smtClean="0"/>
              <a:t>миллиметра</a:t>
            </a:r>
          </a:p>
          <a:p>
            <a:r>
              <a:rPr lang="ru-RU" dirty="0"/>
              <a:t>Компактный размер </a:t>
            </a:r>
            <a:r>
              <a:rPr lang="ru-RU" dirty="0" smtClean="0"/>
              <a:t>файлов</a:t>
            </a:r>
          </a:p>
          <a:p>
            <a:r>
              <a:rPr lang="ru-RU" dirty="0"/>
              <a:t>Легкость </a:t>
            </a:r>
            <a:r>
              <a:rPr lang="ru-RU" dirty="0" smtClean="0"/>
              <a:t>редактирования</a:t>
            </a:r>
          </a:p>
          <a:p>
            <a:r>
              <a:rPr lang="ru-RU" dirty="0"/>
              <a:t>Чистые линии и формы</a:t>
            </a:r>
            <a:endParaRPr lang="ru-RU" dirty="0" smtClean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4564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Недостатки </a:t>
            </a:r>
            <a:r>
              <a:rPr lang="ru-RU" b="1" dirty="0"/>
              <a:t>векторной графики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Недостатки:</a:t>
            </a:r>
          </a:p>
          <a:p>
            <a:r>
              <a:rPr lang="ru-RU" dirty="0"/>
              <a:t>Не подходит для фотографий и реалистичных изображений с сложными текстурами</a:t>
            </a:r>
          </a:p>
          <a:p>
            <a:r>
              <a:rPr lang="ru-RU" dirty="0"/>
              <a:t>Требует специального ПО для создания и редактирования</a:t>
            </a:r>
          </a:p>
          <a:p>
            <a:r>
              <a:rPr lang="ru-RU" dirty="0"/>
              <a:t>Более сложна в освоении по сравнению с растровыми редакторами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1067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/>
              <a:t>Популярные редакторы векторной графики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Adobe </a:t>
            </a:r>
            <a:r>
              <a:rPr lang="en-US" b="1" dirty="0" smtClean="0"/>
              <a:t>Illustrator</a:t>
            </a:r>
            <a:r>
              <a:rPr lang="ru-RU" b="1" dirty="0" smtClean="0"/>
              <a:t>: </a:t>
            </a:r>
            <a:r>
              <a:rPr lang="ru-RU" dirty="0"/>
              <a:t>Золотой стандарт индустрии, кривые Безье, интеграция с </a:t>
            </a:r>
            <a:r>
              <a:rPr lang="ru-RU" dirty="0" err="1"/>
              <a:t>Adobe</a:t>
            </a:r>
            <a:r>
              <a:rPr lang="ru-RU" dirty="0"/>
              <a:t> </a:t>
            </a:r>
            <a:r>
              <a:rPr lang="ru-RU" dirty="0" err="1"/>
              <a:t>Creative</a:t>
            </a:r>
            <a:r>
              <a:rPr lang="ru-RU" dirty="0"/>
              <a:t> </a:t>
            </a:r>
            <a:r>
              <a:rPr lang="ru-RU" dirty="0" err="1"/>
              <a:t>Cloud</a:t>
            </a:r>
            <a:r>
              <a:rPr lang="ru-RU" dirty="0"/>
              <a:t>, мощная </a:t>
            </a:r>
            <a:r>
              <a:rPr lang="ru-RU" dirty="0" err="1" smtClean="0"/>
              <a:t>типографика</a:t>
            </a:r>
            <a:r>
              <a:rPr lang="ru-RU" dirty="0" smtClean="0"/>
              <a:t>.</a:t>
            </a:r>
            <a:endParaRPr lang="ru-RU" b="1" dirty="0" smtClean="0"/>
          </a:p>
          <a:p>
            <a:r>
              <a:rPr lang="en-US" b="1" dirty="0"/>
              <a:t>Affinity </a:t>
            </a:r>
            <a:r>
              <a:rPr lang="en-US" b="1" dirty="0" smtClean="0"/>
              <a:t>Designer</a:t>
            </a:r>
            <a:r>
              <a:rPr lang="ru-RU" b="1" dirty="0" smtClean="0"/>
              <a:t>: </a:t>
            </a:r>
            <a:r>
              <a:rPr lang="ru-RU" dirty="0"/>
              <a:t>Бесшовное переключение вектор/растр, </a:t>
            </a:r>
            <a:r>
              <a:rPr lang="ru-RU" dirty="0" err="1"/>
              <a:t>единоразовая</a:t>
            </a:r>
            <a:r>
              <a:rPr lang="ru-RU" dirty="0"/>
              <a:t> покупка, высокая </a:t>
            </a:r>
            <a:r>
              <a:rPr lang="ru-RU" dirty="0" smtClean="0"/>
              <a:t>производительность.</a:t>
            </a:r>
            <a:endParaRPr lang="ru-RU" b="1" dirty="0" smtClean="0"/>
          </a:p>
          <a:p>
            <a:r>
              <a:rPr lang="en-US" b="1" dirty="0" err="1" smtClean="0"/>
              <a:t>Figma</a:t>
            </a:r>
            <a:r>
              <a:rPr lang="ru-RU" b="1" dirty="0" smtClean="0"/>
              <a:t>: </a:t>
            </a:r>
            <a:r>
              <a:rPr lang="ru-RU" dirty="0"/>
              <a:t>Облачный редактор, совместная работа в реальном времени, компоненты и </a:t>
            </a:r>
            <a:r>
              <a:rPr lang="ru-RU" dirty="0" err="1" smtClean="0"/>
              <a:t>автолейаут</a:t>
            </a:r>
            <a:r>
              <a:rPr lang="ru-RU" dirty="0" smtClean="0"/>
              <a:t>.</a:t>
            </a:r>
            <a:endParaRPr lang="ru-RU" b="1" dirty="0" smtClean="0"/>
          </a:p>
          <a:p>
            <a:r>
              <a:rPr lang="en-US" b="1" dirty="0" smtClean="0"/>
              <a:t>Sketch</a:t>
            </a:r>
            <a:r>
              <a:rPr lang="ru-RU" b="1" dirty="0" smtClean="0"/>
              <a:t>: </a:t>
            </a:r>
            <a:r>
              <a:rPr lang="ru-RU" dirty="0"/>
              <a:t>Фокус на UI/UX, система символов, </a:t>
            </a:r>
            <a:r>
              <a:rPr lang="ru-RU" dirty="0" err="1"/>
              <a:t>прототипирование</a:t>
            </a:r>
            <a:r>
              <a:rPr lang="ru-RU" dirty="0"/>
              <a:t> (только </a:t>
            </a:r>
            <a:r>
              <a:rPr lang="ru-RU" dirty="0" err="1"/>
              <a:t>macOS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0679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/>
              <a:t>Разработка мультимедийного контента: инструменты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Инструменты для создания контента:</a:t>
            </a:r>
          </a:p>
          <a:p>
            <a:r>
              <a:rPr lang="ru-RU" b="1" dirty="0" err="1"/>
              <a:t>Adobe</a:t>
            </a:r>
            <a:r>
              <a:rPr lang="ru-RU" b="1" dirty="0"/>
              <a:t> </a:t>
            </a:r>
            <a:r>
              <a:rPr lang="ru-RU" b="1" dirty="0" err="1"/>
              <a:t>After</a:t>
            </a:r>
            <a:r>
              <a:rPr lang="ru-RU" b="1" dirty="0"/>
              <a:t> </a:t>
            </a:r>
            <a:r>
              <a:rPr lang="ru-RU" b="1" dirty="0" err="1"/>
              <a:t>Effects</a:t>
            </a:r>
            <a:r>
              <a:rPr lang="ru-RU" dirty="0"/>
              <a:t> — анимация векторной </a:t>
            </a:r>
            <a:r>
              <a:rPr lang="ru-RU" dirty="0" smtClean="0"/>
              <a:t>графики.</a:t>
            </a:r>
            <a:endParaRPr lang="ru-RU" dirty="0"/>
          </a:p>
          <a:p>
            <a:pPr fontAlgn="t"/>
            <a:r>
              <a:rPr lang="ru-RU" b="1" dirty="0" err="1"/>
              <a:t>Blender</a:t>
            </a:r>
            <a:r>
              <a:rPr lang="ru-RU" dirty="0"/>
              <a:t> (бесплатный) — 3D-визуализация с импортом SVG </a:t>
            </a:r>
            <a:r>
              <a:rPr lang="ru-RU" dirty="0" smtClean="0"/>
              <a:t>medium.com.</a:t>
            </a:r>
            <a:endParaRPr lang="ru-RU" dirty="0"/>
          </a:p>
          <a:p>
            <a:r>
              <a:rPr lang="ru-RU" b="1" dirty="0" err="1"/>
              <a:t>Vyond</a:t>
            </a:r>
            <a:r>
              <a:rPr lang="ru-RU" dirty="0"/>
              <a:t> — создание анимированных объясняющих </a:t>
            </a:r>
            <a:r>
              <a:rPr lang="ru-RU" dirty="0" smtClean="0"/>
              <a:t>видео.</a:t>
            </a:r>
            <a:endParaRPr lang="ru-RU" dirty="0"/>
          </a:p>
          <a:p>
            <a:r>
              <a:rPr lang="ru-RU" b="1" dirty="0" err="1"/>
              <a:t>Figma</a:t>
            </a:r>
            <a:r>
              <a:rPr lang="ru-RU" b="1" dirty="0"/>
              <a:t> + </a:t>
            </a:r>
            <a:r>
              <a:rPr lang="ru-RU" b="1" dirty="0" err="1"/>
              <a:t>Plugins</a:t>
            </a:r>
            <a:r>
              <a:rPr lang="ru-RU" dirty="0"/>
              <a:t> — интерактивные прототипы с векторными </a:t>
            </a:r>
            <a:r>
              <a:rPr lang="ru-RU" dirty="0" smtClean="0"/>
              <a:t>элементами.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8105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Векторная графика </a:t>
            </a:r>
            <a:r>
              <a:rPr lang="ru-RU" dirty="0"/>
              <a:t>— это не просто формат изображений, а язык современного цифрового дизайна. Благодаря математической точности и бесконечной масштабируемости, она лежит в основе логотипов, веб-интерфейсов, полиграфии и мультимедийных проектов.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366561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57</TotalTime>
  <Words>223</Words>
  <Application>Microsoft Office PowerPoint</Application>
  <PresentationFormat>Широкоэкранный</PresentationFormat>
  <Paragraphs>30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Легкий дым</vt:lpstr>
      <vt:lpstr>Особенности векторной графики. Редактор векторной графики. Редактор разработки мультимедийного контента. Освоение интерфейса векторного редактора презентация.</vt:lpstr>
      <vt:lpstr>Что такое векторная графика?</vt:lpstr>
      <vt:lpstr>Особенности векторной графики </vt:lpstr>
      <vt:lpstr>Недостатки векторной графики</vt:lpstr>
      <vt:lpstr>Популярные редакторы векторной графики </vt:lpstr>
      <vt:lpstr>Разработка мультимедийного контента: инструменты 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Особенности векторной графики. Редактор векторной графики. Редактор разработки мультимедийного контента. Освоение интерфейса векторного редактора презентация.</dc:title>
  <dc:creator>9231 kopr</dc:creator>
  <cp:lastModifiedBy>9231 kopr</cp:lastModifiedBy>
  <cp:revision>3</cp:revision>
  <dcterms:created xsi:type="dcterms:W3CDTF">2026-05-06T03:05:23Z</dcterms:created>
  <dcterms:modified xsi:type="dcterms:W3CDTF">2026-05-06T04:03:00Z</dcterms:modified>
</cp:coreProperties>
</file>